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63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8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0078D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24CC3046 — P100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&amp;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Plan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OPERATIONS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T202 ·  4 Members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34340" y="12344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7260" y="155448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72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2578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Yashwanth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2940" y="32004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78D4">
              <a:alpha val="12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257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2400030878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3180" y="12344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6100" y="1554480"/>
            <a:ext cx="822960" cy="822960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861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67462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Cherukuri Kusmitha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11780" y="32004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5B70">
              <a:alpha val="12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1178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7462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2400030776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2020" y="12344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34940" y="1554480"/>
            <a:ext cx="822960" cy="822960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349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82346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Ananthaneni Rakesh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60620" y="32004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5B70">
              <a:alpha val="12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6062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8234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2400030699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80860" y="1234440"/>
            <a:ext cx="18288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83780" y="1554480"/>
            <a:ext cx="822960" cy="822960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837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972300" y="2560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Gangisetty Kalyan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Raghavendra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09460" y="32004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05B70">
              <a:alpha val="12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0946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723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2400030595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accumulate Azure subscriptions over time — legacy environments, dev/test sandboxes, acquired infrastructure. When these subscriptions are no longer needed, simply deleting them risks breaking dependent workloads, losing audit evidence, and incurring unexpected data egress charges.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decommissioning plan, teams face hidden dependencies, compliance violations, and uncontrolled costs.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BOTTLENECKS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78308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Dependencies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silently depend on shared network or identity 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60604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278892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Costs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charges are not budgeted before migration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61188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794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and retention data may be lost permanently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630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71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Safe Closure of a Legacy Subscription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28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resources, map their dependencies, evaluate costs, and schedule a phased decommission — ensuring zero unplanned downtime.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2918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05B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Required Data &amp; Audit Evidence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6576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archive compliance-critical data before resource deletion. Generate audit reports with timestamps, cost history, and resource lineage.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Decommission Dashboard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dashboard that connects to an Azure subscription to monitor resources, visualize dependencies, analyze costs, and manage offboarding lifecycles.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resource inventory with type &amp; status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249424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85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dependency tree visualization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496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with savings estimates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71216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Status-based decommission workflows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182112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118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audit report generation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493008"/>
            <a:ext cx="109728" cy="109728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 from Azure for Students subscription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0078D4">
                <a:alpha val="40000"/>
              </a:srgbClr>
            </a:solidFill>
            <a:prstDash val="solid"/>
          </a:ln>
        </p:spPr>
      </p:sp>
      <p:pic>
        <p:nvPicPr>
          <p:cNvPr id="18" name="Image 0" descr="/home/claude/img_dashboar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143000"/>
            <a:ext cx="4023360" cy="2651760"/>
          </a:xfrm>
          <a:prstGeom prst="ellipse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663440" y="39776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Home View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Inventory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896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Resources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115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14600" y="822960"/>
            <a:ext cx="1737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24328" y="896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24328" y="1115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Resources page lists every Azure resource in the subscription — virtual networks, network watchers, public IPs, security groups, NICs, VMs, and disks. Each row shows the resource name, Azure type, deployment region (centralindia), and live status. This gives the team a single view of everything that needs to be accounted for before any decommission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931920" cy="68580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456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9 resources are network infrastructure — the VM is the core workload all others support.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60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/home/claude/img_resourc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68680"/>
            <a:ext cx="3977640" cy="32004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709160" y="42062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Resources Page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img_dependenci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402336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605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Dependencies 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143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tree maps parent-child relationships between Azure resources. AzureProjectVM (Standard_B2as_v2, Linux) is the active parent resource in centralindia.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74920" y="2084832"/>
            <a:ext cx="128016" cy="128016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0" y="2011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Interface (NIC)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bound to the VM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74920" y="2615184"/>
            <a:ext cx="128016" cy="128016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03520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Configuration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2770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orphaned if VM is deleted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74920" y="3145536"/>
            <a:ext cx="128016" cy="12801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03520" y="30723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(VNet)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33009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 — scoped to project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4920" y="3675888"/>
            <a:ext cx="128016" cy="12801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303520" y="3602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Disk Storage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831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deletion with VM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0" y="365760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E8F1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166360" y="37033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VM without checking dependencies would orphan the Public IP and leave dangling network rules.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8412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051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₹21,559.50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651760" y="77724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61488" y="8412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SERVICE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761488" y="1051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64608" y="8412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051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858000" y="77724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67728" y="8412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1051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₹15,551.59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4206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0" descr="/home/claude/img_cos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023360" cy="2560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4526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Cost Analysis Page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210312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166360" y="2148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AzureProjectVM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₹13,654.35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21488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2359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 — primary decommission target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29200" y="269748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166360" y="2743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Disk (Managed)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₹1,437.30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27432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29535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attached to VM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0" y="329184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16636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Address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3337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₹459.94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3337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166360" y="3547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risk — verify if still needed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029200" y="388620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5166360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Resources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955280" y="39319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166360" y="41422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VNets, NSGs, NICs — no direct charges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029200" y="4526280"/>
            <a:ext cx="3840480" cy="320040"/>
          </a:xfrm>
          <a:prstGeom prst="roundRect">
            <a:avLst>
              <a:gd name="adj" fmla="val 34286"/>
            </a:avLst>
          </a:prstGeom>
          <a:solidFill>
            <a:srgbClr val="28A7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5166360" y="4544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monthly savings by decommissioning: ₹15,551.59 (72%)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09160" y="777240"/>
            <a:ext cx="41605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img_decommiss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68680"/>
            <a:ext cx="397764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09160" y="402336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Decommission Page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Decommission page lets the team review and safely offboard inactive or unattached infrastructure according to retention policies. Each resource shows its current status and a recommended action.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CATEGORIES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395728"/>
            <a:ext cx="137160" cy="1371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2331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 Use)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331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resources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serving workloads — VNets, NSG, NIC, etc.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2944368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3054096"/>
            <a:ext cx="137160" cy="1371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for Decommission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2990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resource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2186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AzureProjectVMPublicIP — verify if IP is orphaned/unattached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3602736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" y="3712464"/>
            <a:ext cx="137160" cy="1371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3648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Required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36484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resources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AzureProjectVM (verify CPU utilization) &amp; OS Disk (verify attachment)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img_repor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402336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690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Reports Page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CAPABILITIES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143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Reports page provides a comprehensive view of all flagged resources, their monthly costs, status, and reasons for review. A one-click PDF export generates an audit-ready document for compliance teams.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210312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166360" y="2176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Resources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0" y="278892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166360" y="2862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Monthly Recovery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₹15,551.59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0" y="3474720"/>
            <a:ext cx="38404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166360" y="3547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Synced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0" y="4251960"/>
            <a:ext cx="3840480" cy="320040"/>
          </a:xfrm>
          <a:prstGeom prst="roundRect">
            <a:avLst>
              <a:gd name="adj" fmla="val 34286"/>
            </a:avLst>
          </a:prstGeom>
          <a:solidFill>
            <a:srgbClr val="0078D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6636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Report — one click for audit-ready documentation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39112"/>
            <a:ext cx="109728" cy="1097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984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09728" cy="109728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2801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005B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0" y="1746504"/>
            <a:ext cx="109728" cy="109728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4924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2039112"/>
            <a:ext cx="109728" cy="109728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49240" y="1984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SDK for JS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2331720"/>
            <a:ext cx="109728" cy="109728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49240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1089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5C2D9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2960" y="3575304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867912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Manager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Management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310896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85D0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REPORTS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0640" y="3575304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34924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20640" y="3867912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4924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Sync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20640" y="4160520"/>
            <a:ext cx="109728" cy="109728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4924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Analytics Engine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8D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 Decommissioning &amp; Data Retention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2700">
            <a:solidFill>
              <a:srgbClr val="00B7C3">
                <a:alpha val="5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24CC3046 — P100  ·  Team T100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4754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Subscription Decommissioning and Data Retention Plan</dc:title>
  <dc:subject>PptxGenJS Presentation</dc:subject>
  <dc:creator>Team T100</dc:creator>
  <cp:lastModifiedBy>gkalyanraghavendra2007@outlook.com</cp:lastModifiedBy>
  <cp:revision>2</cp:revision>
  <dcterms:created xsi:type="dcterms:W3CDTF">2026-09-26T16:52:02Z</dcterms:created>
  <dcterms:modified xsi:type="dcterms:W3CDTF">2026-09-28T15:45:21Z</dcterms:modified>
</cp:coreProperties>
</file>